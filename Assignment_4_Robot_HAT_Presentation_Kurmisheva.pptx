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E46"/>
    <a:srgbClr val="8F8F8D"/>
    <a:srgbClr val="C3C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370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Robot HAT Hardware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Components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27889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DE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 Robot HAT expands Raspberry Pi 5 for robotics and PiDog V2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0" y="1051560"/>
            <a:ext cx="3931920" cy="4389120"/>
          </a:xfrm>
          <a:prstGeom prst="roundRect">
            <a:avLst/>
          </a:prstGeom>
          <a:solidFill>
            <a:srgbClr val="243447"/>
          </a:solidFill>
          <a:ln w="12700">
            <a:solidFill>
              <a:srgbClr val="3E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18120" y="16002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1D3A26"/>
          </a:solidFill>
          <a:ln w="12700">
            <a:solidFill>
              <a:srgbClr val="1D3A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27848" y="1709928"/>
            <a:ext cx="270662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89720" y="22631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↕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818120" y="278892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493A52"/>
          </a:solidFill>
          <a:ln w="12700">
            <a:solidFill>
              <a:srgbClr val="49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27848" y="2898648"/>
            <a:ext cx="270662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HAT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35240" y="3794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8DE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motors • servos • sensors • audio • power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3232" y="56692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C8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Viktoriya Kurmisheva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BFC8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ITAI 2374 • Prof. Sitaram Ayyagari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What the Robot HAT Does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10927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Robot HAT gives the Raspberry Pi more control over real hardware used in robotics.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210083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D3A26"/>
          </a:solidFill>
          <a:ln w="12700">
            <a:solidFill>
              <a:srgbClr val="1D3A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2183130"/>
            <a:ext cx="252374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94760" y="244373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202A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34840" y="2100834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493A52"/>
          </a:solidFill>
          <a:ln w="12700">
            <a:solidFill>
              <a:srgbClr val="49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44568" y="2183130"/>
            <a:ext cx="270662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HAT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connections + control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43800" y="244373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202A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183880" y="2100834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8A4B08"/>
          </a:solidFill>
          <a:ln w="12700">
            <a:solidFill>
              <a:srgbClr val="8A4B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93608" y="2183130"/>
            <a:ext cx="284378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Hardware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movement + sensing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3610737"/>
            <a:ext cx="8911949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motors, servos, sensors, audio, communication devices, and battery power.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robotic movement through motor control and PWM servo control.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PiDog V2 connect software decisions with physical actions.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6172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Reference: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“Robot HAT.”</a:t>
            </a:r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Robot HAT Hardware Components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F32408-D129-8642-C514-E41DABE22BC6}"/>
              </a:ext>
            </a:extLst>
          </p:cNvPr>
          <p:cNvSpPr/>
          <p:nvPr/>
        </p:nvSpPr>
        <p:spPr>
          <a:xfrm>
            <a:off x="7360920" y="1562988"/>
            <a:ext cx="4534906" cy="3291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Main Robot HAT Ports and Connectors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mnt/data/robot_hat_board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62988"/>
            <a:ext cx="6583680" cy="392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54373" y="17458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official board diagram highlights the ports students need to understand: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54068" y="2326189"/>
            <a:ext cx="4737627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port and Type-C USB port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pins and ADC pins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 pins for servo control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and right motor ports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I²C, UART, and SPI expansion interfaces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Speaker, buttons, and status features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4360" y="6172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Reference: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“Robot HAT.”</a:t>
            </a:r>
          </a:p>
        </p:txBody>
      </p:sp>
      <p:sp>
        <p:nvSpPr>
          <p:cNvPr id="8" name="Text 5"/>
          <p:cNvSpPr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Robot HAT Hardware Components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Key Components and Uses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10972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417320"/>
            <a:ext cx="10424160" cy="603504"/>
          </a:xfrm>
          <a:prstGeom prst="rect">
            <a:avLst/>
          </a:prstGeom>
          <a:solidFill>
            <a:srgbClr val="F9F6EE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1288" y="15453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driver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49040" y="154533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Controls DC motors with direction and PWM signals.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60120" y="2194560"/>
            <a:ext cx="10424160" cy="603504"/>
          </a:xfrm>
          <a:prstGeom prst="rect">
            <a:avLst/>
          </a:prstGeom>
          <a:solidFill>
            <a:srgbClr val="F0ECE4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61288" y="2322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 servo ports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49040" y="232257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PiDog leg, head, and tail servo movement.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0120" y="2971800"/>
            <a:ext cx="10424160" cy="603504"/>
          </a:xfrm>
          <a:prstGeom prst="rect">
            <a:avLst/>
          </a:prstGeom>
          <a:solidFill>
            <a:srgbClr val="F9F6EE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61288" y="30998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 + digital pins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749040" y="309981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analog sensor values and support ultrasonic sensing.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0120" y="3749040"/>
            <a:ext cx="10424160" cy="603504"/>
          </a:xfrm>
          <a:prstGeom prst="rect">
            <a:avLst/>
          </a:prstGeom>
          <a:solidFill>
            <a:srgbClr val="F0ECE4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61288" y="38770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I²C / UART / SPI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49040" y="387705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interfaces for sensors and modules.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0120" y="4526280"/>
            <a:ext cx="10424160" cy="603504"/>
          </a:xfrm>
          <a:prstGeom prst="rect">
            <a:avLst/>
          </a:prstGeom>
          <a:solidFill>
            <a:srgbClr val="F9F6EE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61288" y="46542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+ audio + LEDs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49040" y="465429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 integration, I2S audio, speaker, power indicators, and user LED.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Robot HAT Hardware Components  |  4</a:t>
            </a:r>
            <a:endParaRPr lang="en-US" sz="9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0335F39D-FC14-C70A-1679-E14C59F3F796}"/>
              </a:ext>
            </a:extLst>
          </p:cNvPr>
          <p:cNvSpPr/>
          <p:nvPr/>
        </p:nvSpPr>
        <p:spPr>
          <a:xfrm>
            <a:off x="594360" y="6172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References: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“Robot HAT”;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PiDog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PiDog V2 Example: From Sensor to Movement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8673" y="9601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example shows how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PiDog’s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sensors, Raspberry Pi, Robot HAT, and servos work together.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88920" y="2039112"/>
            <a:ext cx="10515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88920" y="3611880"/>
            <a:ext cx="10515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30368" y="2468880"/>
            <a:ext cx="0" cy="64008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3547872"/>
            <a:ext cx="10515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52560" y="3794760"/>
            <a:ext cx="0" cy="77724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6459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" y="1755648"/>
            <a:ext cx="188366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Module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 / Face Detection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3182112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8A4B08"/>
          </a:solidFill>
          <a:ln w="12700">
            <a:solidFill>
              <a:srgbClr val="8A4B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5528" y="3291840"/>
            <a:ext cx="188366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PiDog Sensors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 • Touch • IMU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40480" y="1600200"/>
            <a:ext cx="2788920" cy="868680"/>
          </a:xfrm>
          <a:prstGeom prst="roundRect">
            <a:avLst>
              <a:gd name="adj" fmla="val 8421"/>
            </a:avLst>
          </a:prstGeom>
          <a:solidFill>
            <a:srgbClr val="1D3A26"/>
          </a:solidFill>
          <a:ln w="12700">
            <a:solidFill>
              <a:srgbClr val="1D3A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50208" y="1709928"/>
            <a:ext cx="256946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Distance + Vision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840480" y="310896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493A52"/>
          </a:solidFill>
          <a:ln w="12700">
            <a:solidFill>
              <a:srgbClr val="49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50208" y="3218688"/>
            <a:ext cx="256946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HAT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Sensors + Controls Servos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35240" y="3127248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D3A26"/>
          </a:solidFill>
          <a:ln w="12700">
            <a:solidFill>
              <a:srgbClr val="1D3A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44968" y="3236976"/>
            <a:ext cx="261518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 Servos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 / Head / Tail Movement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35240" y="457200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8A4B08"/>
          </a:solidFill>
          <a:ln w="12700">
            <a:solidFill>
              <a:srgbClr val="8A4B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44968" y="4681728"/>
            <a:ext cx="261518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PiDog Response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Movement Changes / Obstacle Avoided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8680" y="5661344"/>
            <a:ext cx="104698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51560" y="578021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ultrasonic sensor detects an object → Raspberry Pi processes the distance → Raspberry Pi sends a command through the Robot HAT → servos change PiDog’s movement.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Robot HAT Hardware Components  |  5</a:t>
            </a:r>
            <a:endParaRPr lang="en-US" sz="9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D85151DE-A1A5-1E3A-5D08-9F0E0C54843A}"/>
              </a:ext>
            </a:extLst>
          </p:cNvPr>
          <p:cNvSpPr/>
          <p:nvPr/>
        </p:nvSpPr>
        <p:spPr>
          <a:xfrm>
            <a:off x="594360" y="6172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Reference: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PiDog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Practical Considerations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1430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753D38"/>
          </a:solidFill>
          <a:ln w="12700">
            <a:solidFill>
              <a:srgbClr val="753D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78408" y="1225296"/>
            <a:ext cx="206654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7719" y="1897380"/>
            <a:ext cx="2651473" cy="10744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Motors and servos can draw a large amount of current, so the robot needs a stable battery and secure power connections.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8A4B08"/>
          </a:solidFill>
          <a:ln w="12700">
            <a:solidFill>
              <a:srgbClr val="8A4B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3168" y="1225296"/>
            <a:ext cx="206654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42737" y="1965960"/>
            <a:ext cx="2901063" cy="10744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Sensors, motors, and communication devices need the correct ports because incorrect wiring can prevent the robot from working.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458200" y="11430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67928" y="1225296"/>
            <a:ext cx="206654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89189" y="1897380"/>
            <a:ext cx="2651473" cy="10744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PiDog V2 updates the Robot HAT and servo configuration to support Raspberry Pi 5.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51560" y="4160520"/>
            <a:ext cx="10058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5880" y="4462445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46120" y="4416725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Robot HAT expands Raspberry Pi 5 by adding the hardware control needed for sensing, movement, audio, power, and robotics projects.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Robot HAT Hardware Components  |  6</a:t>
            </a:r>
            <a:endParaRPr lang="en-US" sz="9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DC078D50-712E-8879-8258-210B048CEAC3}"/>
              </a:ext>
            </a:extLst>
          </p:cNvPr>
          <p:cNvSpPr/>
          <p:nvPr/>
        </p:nvSpPr>
        <p:spPr>
          <a:xfrm>
            <a:off x="594360" y="6172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References: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“Robot HAT”;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PiDog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5070" y="51206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References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0724" y="1234440"/>
            <a:ext cx="10424160" cy="27509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dirty="0"/>
              <a:t>draw.io. “Flowchart Maker &amp; Online Diagram Software.” </a:t>
            </a:r>
            <a:r>
              <a:rPr lang="en-US" i="1" dirty="0" err="1"/>
              <a:t>App.Diagrams.Net</a:t>
            </a:r>
            <a:r>
              <a:rPr lang="en-US" dirty="0"/>
              <a:t>, 2025, https://app.diagrams.net/.</a:t>
            </a:r>
          </a:p>
          <a:p>
            <a:endParaRPr lang="en-US" dirty="0"/>
          </a:p>
          <a:p>
            <a:r>
              <a:rPr lang="en-US" dirty="0"/>
              <a:t>“Hardware Introduction — </a:t>
            </a:r>
            <a:r>
              <a:rPr lang="en-US" dirty="0" err="1"/>
              <a:t>SunFounder</a:t>
            </a:r>
            <a:r>
              <a:rPr lang="en-US" dirty="0"/>
              <a:t> Robot HAT Documentation.” </a:t>
            </a:r>
            <a:r>
              <a:rPr lang="en-US" i="1" dirty="0" err="1"/>
              <a:t>Sunfounder.Com</a:t>
            </a:r>
            <a:r>
              <a:rPr lang="en-US" dirty="0"/>
              <a:t>, 2026, https://docs.sunfounder.com/projects/robot-hat/en/latest/hardware_introduction.html.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SunFounder</a:t>
            </a:r>
            <a:r>
              <a:rPr lang="en-US" dirty="0"/>
              <a:t> Raspberry Pi Robot - </a:t>
            </a:r>
            <a:r>
              <a:rPr lang="en-US" dirty="0" err="1"/>
              <a:t>PiDog</a:t>
            </a:r>
            <a:r>
              <a:rPr lang="en-US" dirty="0"/>
              <a:t> — </a:t>
            </a:r>
            <a:r>
              <a:rPr lang="en-US" dirty="0" err="1"/>
              <a:t>SunFounder</a:t>
            </a:r>
            <a:r>
              <a:rPr lang="en-US" dirty="0"/>
              <a:t> </a:t>
            </a:r>
            <a:r>
              <a:rPr lang="en-US" dirty="0" err="1"/>
              <a:t>PiDog</a:t>
            </a:r>
            <a:r>
              <a:rPr lang="en-US" dirty="0"/>
              <a:t> Kit 1.0 Documentation.” </a:t>
            </a:r>
            <a:r>
              <a:rPr lang="en-US" i="1" dirty="0" err="1"/>
              <a:t>Sunfounder.Com</a:t>
            </a:r>
            <a:r>
              <a:rPr lang="en-US" dirty="0"/>
              <a:t>, 2026</a:t>
            </a:r>
            <a:r>
              <a:rPr lang="en-US"/>
              <a:t>, https://docs.sunfounder.com/projects/pidog/en/latest/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Robot HAT Hardware Components  | 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626</Words>
  <Application>Microsoft Office PowerPoint</Application>
  <PresentationFormat>Widescreen</PresentationFormat>
  <Paragraphs>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HAT Hardware Components Presentation</dc:title>
  <dc:subject>Robot HAT Hardware Components</dc:subject>
  <dc:creator>OpenAI</dc:creator>
  <cp:lastModifiedBy>Виктория Курмышева</cp:lastModifiedBy>
  <cp:revision>25</cp:revision>
  <dcterms:created xsi:type="dcterms:W3CDTF">2026-09-27T00:25:16Z</dcterms:created>
  <dcterms:modified xsi:type="dcterms:W3CDTF">2026-09-27T04:59:58Z</dcterms:modified>
</cp:coreProperties>
</file>